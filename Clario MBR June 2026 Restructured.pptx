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6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6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BAB699-08EB-4C86-A38C-430AC738C95F}" v="11" dt="2026-07-06T13:06:54.5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etha Stronach" userId="5f712c70-6531-411d-a061-1d5b5f1aaf88" providerId="ADAL" clId="{8D604BE8-283E-4413-81D1-83AB3DA365EF}"/>
    <pc:docChg chg="undo redo custSel mod addSld delSld modSld modMainMaster">
      <pc:chgData name="Aretha Stronach" userId="5f712c70-6531-411d-a061-1d5b5f1aaf88" providerId="ADAL" clId="{8D604BE8-283E-4413-81D1-83AB3DA365EF}" dt="2026-07-06T13:07:05.668" v="124" actId="1076"/>
      <pc:docMkLst>
        <pc:docMk/>
      </pc:docMkLst>
      <pc:sldChg chg="add del">
        <pc:chgData name="Aretha Stronach" userId="5f712c70-6531-411d-a061-1d5b5f1aaf88" providerId="ADAL" clId="{8D604BE8-283E-4413-81D1-83AB3DA365EF}" dt="2026-07-06T11:04:17.650" v="62" actId="47"/>
        <pc:sldMkLst>
          <pc:docMk/>
          <pc:sldMk cId="0" sldId="256"/>
        </pc:sldMkLst>
      </pc:sldChg>
      <pc:sldChg chg="addSp delSp modSp mod">
        <pc:chgData name="Aretha Stronach" userId="5f712c70-6531-411d-a061-1d5b5f1aaf88" providerId="ADAL" clId="{8D604BE8-283E-4413-81D1-83AB3DA365EF}" dt="2026-07-06T11:02:44.573" v="20"/>
        <pc:sldMkLst>
          <pc:docMk/>
          <pc:sldMk cId="0" sldId="257"/>
        </pc:sldMkLst>
        <pc:spChg chg="del">
          <ac:chgData name="Aretha Stronach" userId="5f712c70-6531-411d-a061-1d5b5f1aaf88" providerId="ADAL" clId="{8D604BE8-283E-4413-81D1-83AB3DA365EF}" dt="2026-07-06T11:02:42.963" v="18" actId="478"/>
          <ac:spMkLst>
            <pc:docMk/>
            <pc:sldMk cId="0" sldId="257"/>
            <ac:spMk id="4" creationId="{00000000-0000-0000-0000-000000000000}"/>
          </ac:spMkLst>
        </pc:spChg>
        <pc:spChg chg="del">
          <ac:chgData name="Aretha Stronach" userId="5f712c70-6531-411d-a061-1d5b5f1aaf88" providerId="ADAL" clId="{8D604BE8-283E-4413-81D1-83AB3DA365EF}" dt="2026-07-06T11:02:44.200" v="19" actId="478"/>
          <ac:spMkLst>
            <pc:docMk/>
            <pc:sldMk cId="0" sldId="257"/>
            <ac:spMk id="5" creationId="{00000000-0000-0000-0000-000000000000}"/>
          </ac:spMkLst>
        </pc:spChg>
        <pc:picChg chg="add mod">
          <ac:chgData name="Aretha Stronach" userId="5f712c70-6531-411d-a061-1d5b5f1aaf88" providerId="ADAL" clId="{8D604BE8-283E-4413-81D1-83AB3DA365EF}" dt="2026-07-06T11:02:44.573" v="20"/>
          <ac:picMkLst>
            <pc:docMk/>
            <pc:sldMk cId="0" sldId="257"/>
            <ac:picMk id="26" creationId="{A806C68D-62E7-5523-6A38-7966B1DFF387}"/>
          </ac:picMkLst>
        </pc:picChg>
      </pc:sldChg>
      <pc:sldChg chg="addSp delSp modSp mod">
        <pc:chgData name="Aretha Stronach" userId="5f712c70-6531-411d-a061-1d5b5f1aaf88" providerId="ADAL" clId="{8D604BE8-283E-4413-81D1-83AB3DA365EF}" dt="2026-07-06T11:02:50.329" v="23"/>
        <pc:sldMkLst>
          <pc:docMk/>
          <pc:sldMk cId="0" sldId="258"/>
        </pc:sldMkLst>
        <pc:spChg chg="del">
          <ac:chgData name="Aretha Stronach" userId="5f712c70-6531-411d-a061-1d5b5f1aaf88" providerId="ADAL" clId="{8D604BE8-283E-4413-81D1-83AB3DA365EF}" dt="2026-07-06T11:02:49.994" v="22" actId="478"/>
          <ac:spMkLst>
            <pc:docMk/>
            <pc:sldMk cId="0" sldId="258"/>
            <ac:spMk id="4" creationId="{00000000-0000-0000-0000-000000000000}"/>
          </ac:spMkLst>
        </pc:spChg>
        <pc:spChg chg="del">
          <ac:chgData name="Aretha Stronach" userId="5f712c70-6531-411d-a061-1d5b5f1aaf88" providerId="ADAL" clId="{8D604BE8-283E-4413-81D1-83AB3DA365EF}" dt="2026-07-06T11:02:48.262" v="21" actId="478"/>
          <ac:spMkLst>
            <pc:docMk/>
            <pc:sldMk cId="0" sldId="258"/>
            <ac:spMk id="5" creationId="{00000000-0000-0000-0000-000000000000}"/>
          </ac:spMkLst>
        </pc:spChg>
        <pc:picChg chg="add mod">
          <ac:chgData name="Aretha Stronach" userId="5f712c70-6531-411d-a061-1d5b5f1aaf88" providerId="ADAL" clId="{8D604BE8-283E-4413-81D1-83AB3DA365EF}" dt="2026-07-06T11:02:50.329" v="23"/>
          <ac:picMkLst>
            <pc:docMk/>
            <pc:sldMk cId="0" sldId="258"/>
            <ac:picMk id="13" creationId="{56F184C2-AF74-66D3-3147-F9FD80D38285}"/>
          </ac:picMkLst>
        </pc:picChg>
      </pc:sldChg>
      <pc:sldChg chg="addSp delSp modSp mod">
        <pc:chgData name="Aretha Stronach" userId="5f712c70-6531-411d-a061-1d5b5f1aaf88" providerId="ADAL" clId="{8D604BE8-283E-4413-81D1-83AB3DA365EF}" dt="2026-07-06T11:02:56.692" v="26"/>
        <pc:sldMkLst>
          <pc:docMk/>
          <pc:sldMk cId="0" sldId="259"/>
        </pc:sldMkLst>
        <pc:spChg chg="del">
          <ac:chgData name="Aretha Stronach" userId="5f712c70-6531-411d-a061-1d5b5f1aaf88" providerId="ADAL" clId="{8D604BE8-283E-4413-81D1-83AB3DA365EF}" dt="2026-07-06T11:02:56.105" v="25" actId="478"/>
          <ac:spMkLst>
            <pc:docMk/>
            <pc:sldMk cId="0" sldId="259"/>
            <ac:spMk id="4" creationId="{00000000-0000-0000-0000-000000000000}"/>
          </ac:spMkLst>
        </pc:spChg>
        <pc:spChg chg="del">
          <ac:chgData name="Aretha Stronach" userId="5f712c70-6531-411d-a061-1d5b5f1aaf88" providerId="ADAL" clId="{8D604BE8-283E-4413-81D1-83AB3DA365EF}" dt="2026-07-06T11:02:54.110" v="24" actId="478"/>
          <ac:spMkLst>
            <pc:docMk/>
            <pc:sldMk cId="0" sldId="259"/>
            <ac:spMk id="5" creationId="{00000000-0000-0000-0000-000000000000}"/>
          </ac:spMkLst>
        </pc:spChg>
        <pc:picChg chg="add mod">
          <ac:chgData name="Aretha Stronach" userId="5f712c70-6531-411d-a061-1d5b5f1aaf88" providerId="ADAL" clId="{8D604BE8-283E-4413-81D1-83AB3DA365EF}" dt="2026-07-06T11:02:56.692" v="26"/>
          <ac:picMkLst>
            <pc:docMk/>
            <pc:sldMk cId="0" sldId="259"/>
            <ac:picMk id="16" creationId="{C000637F-1613-AD17-572C-7A2E913A05DC}"/>
          </ac:picMkLst>
        </pc:picChg>
      </pc:sldChg>
      <pc:sldChg chg="addSp delSp modSp mod">
        <pc:chgData name="Aretha Stronach" userId="5f712c70-6531-411d-a061-1d5b5f1aaf88" providerId="ADAL" clId="{8D604BE8-283E-4413-81D1-83AB3DA365EF}" dt="2026-07-06T11:03:04.248" v="29"/>
        <pc:sldMkLst>
          <pc:docMk/>
          <pc:sldMk cId="0" sldId="260"/>
        </pc:sldMkLst>
        <pc:spChg chg="del">
          <ac:chgData name="Aretha Stronach" userId="5f712c70-6531-411d-a061-1d5b5f1aaf88" providerId="ADAL" clId="{8D604BE8-283E-4413-81D1-83AB3DA365EF}" dt="2026-07-06T11:03:00.415" v="27" actId="478"/>
          <ac:spMkLst>
            <pc:docMk/>
            <pc:sldMk cId="0" sldId="260"/>
            <ac:spMk id="4" creationId="{00000000-0000-0000-0000-000000000000}"/>
          </ac:spMkLst>
        </pc:spChg>
        <pc:spChg chg="del">
          <ac:chgData name="Aretha Stronach" userId="5f712c70-6531-411d-a061-1d5b5f1aaf88" providerId="ADAL" clId="{8D604BE8-283E-4413-81D1-83AB3DA365EF}" dt="2026-07-06T11:03:03.772" v="28" actId="478"/>
          <ac:spMkLst>
            <pc:docMk/>
            <pc:sldMk cId="0" sldId="260"/>
            <ac:spMk id="5" creationId="{00000000-0000-0000-0000-000000000000}"/>
          </ac:spMkLst>
        </pc:spChg>
        <pc:picChg chg="add mod">
          <ac:chgData name="Aretha Stronach" userId="5f712c70-6531-411d-a061-1d5b5f1aaf88" providerId="ADAL" clId="{8D604BE8-283E-4413-81D1-83AB3DA365EF}" dt="2026-07-06T11:03:04.248" v="29"/>
          <ac:picMkLst>
            <pc:docMk/>
            <pc:sldMk cId="0" sldId="260"/>
            <ac:picMk id="24" creationId="{03723AE4-E28A-F5C3-093D-4A880350D664}"/>
          </ac:picMkLst>
        </pc:picChg>
      </pc:sldChg>
      <pc:sldChg chg="addSp delSp modSp mod">
        <pc:chgData name="Aretha Stronach" userId="5f712c70-6531-411d-a061-1d5b5f1aaf88" providerId="ADAL" clId="{8D604BE8-283E-4413-81D1-83AB3DA365EF}" dt="2026-07-06T11:03:12.224" v="33"/>
        <pc:sldMkLst>
          <pc:docMk/>
          <pc:sldMk cId="0" sldId="261"/>
        </pc:sldMkLst>
        <pc:spChg chg="del">
          <ac:chgData name="Aretha Stronach" userId="5f712c70-6531-411d-a061-1d5b5f1aaf88" providerId="ADAL" clId="{8D604BE8-283E-4413-81D1-83AB3DA365EF}" dt="2026-07-06T11:03:11.555" v="32" actId="478"/>
          <ac:spMkLst>
            <pc:docMk/>
            <pc:sldMk cId="0" sldId="261"/>
            <ac:spMk id="4" creationId="{00000000-0000-0000-0000-000000000000}"/>
          </ac:spMkLst>
        </pc:spChg>
        <pc:spChg chg="del mod">
          <ac:chgData name="Aretha Stronach" userId="5f712c70-6531-411d-a061-1d5b5f1aaf88" providerId="ADAL" clId="{8D604BE8-283E-4413-81D1-83AB3DA365EF}" dt="2026-07-06T11:03:10.390" v="31" actId="478"/>
          <ac:spMkLst>
            <pc:docMk/>
            <pc:sldMk cId="0" sldId="261"/>
            <ac:spMk id="5" creationId="{00000000-0000-0000-0000-000000000000}"/>
          </ac:spMkLst>
        </pc:spChg>
        <pc:picChg chg="add mod">
          <ac:chgData name="Aretha Stronach" userId="5f712c70-6531-411d-a061-1d5b5f1aaf88" providerId="ADAL" clId="{8D604BE8-283E-4413-81D1-83AB3DA365EF}" dt="2026-07-06T11:03:12.224" v="33"/>
          <ac:picMkLst>
            <pc:docMk/>
            <pc:sldMk cId="0" sldId="261"/>
            <ac:picMk id="22" creationId="{3539E628-2F9C-1CA4-8511-485C91747704}"/>
          </ac:picMkLst>
        </pc:picChg>
      </pc:sldChg>
      <pc:sldChg chg="addSp delSp modSp mod">
        <pc:chgData name="Aretha Stronach" userId="5f712c70-6531-411d-a061-1d5b5f1aaf88" providerId="ADAL" clId="{8D604BE8-283E-4413-81D1-83AB3DA365EF}" dt="2026-07-06T11:03:16.902" v="35"/>
        <pc:sldMkLst>
          <pc:docMk/>
          <pc:sldMk cId="0" sldId="262"/>
        </pc:sldMkLst>
        <pc:spChg chg="del">
          <ac:chgData name="Aretha Stronach" userId="5f712c70-6531-411d-a061-1d5b5f1aaf88" providerId="ADAL" clId="{8D604BE8-283E-4413-81D1-83AB3DA365EF}" dt="2026-07-06T11:03:16.257" v="34" actId="478"/>
          <ac:spMkLst>
            <pc:docMk/>
            <pc:sldMk cId="0" sldId="262"/>
            <ac:spMk id="4" creationId="{00000000-0000-0000-0000-000000000000}"/>
          </ac:spMkLst>
        </pc:spChg>
        <pc:spChg chg="del">
          <ac:chgData name="Aretha Stronach" userId="5f712c70-6531-411d-a061-1d5b5f1aaf88" providerId="ADAL" clId="{8D604BE8-283E-4413-81D1-83AB3DA365EF}" dt="2026-07-06T11:03:16.257" v="34" actId="478"/>
          <ac:spMkLst>
            <pc:docMk/>
            <pc:sldMk cId="0" sldId="262"/>
            <ac:spMk id="5" creationId="{00000000-0000-0000-0000-000000000000}"/>
          </ac:spMkLst>
        </pc:spChg>
        <pc:picChg chg="add mod">
          <ac:chgData name="Aretha Stronach" userId="5f712c70-6531-411d-a061-1d5b5f1aaf88" providerId="ADAL" clId="{8D604BE8-283E-4413-81D1-83AB3DA365EF}" dt="2026-07-06T11:03:16.902" v="35"/>
          <ac:picMkLst>
            <pc:docMk/>
            <pc:sldMk cId="0" sldId="262"/>
            <ac:picMk id="18" creationId="{BB1363FB-515C-7F9C-19DC-3415734C17C8}"/>
          </ac:picMkLst>
        </pc:picChg>
      </pc:sldChg>
      <pc:sldChg chg="addSp delSp modSp mod">
        <pc:chgData name="Aretha Stronach" userId="5f712c70-6531-411d-a061-1d5b5f1aaf88" providerId="ADAL" clId="{8D604BE8-283E-4413-81D1-83AB3DA365EF}" dt="2026-07-06T11:03:20.594" v="37"/>
        <pc:sldMkLst>
          <pc:docMk/>
          <pc:sldMk cId="0" sldId="263"/>
        </pc:sldMkLst>
        <pc:spChg chg="del">
          <ac:chgData name="Aretha Stronach" userId="5f712c70-6531-411d-a061-1d5b5f1aaf88" providerId="ADAL" clId="{8D604BE8-283E-4413-81D1-83AB3DA365EF}" dt="2026-07-06T11:03:20.209" v="36" actId="478"/>
          <ac:spMkLst>
            <pc:docMk/>
            <pc:sldMk cId="0" sldId="263"/>
            <ac:spMk id="4" creationId="{00000000-0000-0000-0000-000000000000}"/>
          </ac:spMkLst>
        </pc:spChg>
        <pc:spChg chg="del">
          <ac:chgData name="Aretha Stronach" userId="5f712c70-6531-411d-a061-1d5b5f1aaf88" providerId="ADAL" clId="{8D604BE8-283E-4413-81D1-83AB3DA365EF}" dt="2026-07-06T11:03:20.209" v="36" actId="478"/>
          <ac:spMkLst>
            <pc:docMk/>
            <pc:sldMk cId="0" sldId="263"/>
            <ac:spMk id="5" creationId="{00000000-0000-0000-0000-000000000000}"/>
          </ac:spMkLst>
        </pc:spChg>
        <pc:picChg chg="add mod">
          <ac:chgData name="Aretha Stronach" userId="5f712c70-6531-411d-a061-1d5b5f1aaf88" providerId="ADAL" clId="{8D604BE8-283E-4413-81D1-83AB3DA365EF}" dt="2026-07-06T11:03:20.594" v="37"/>
          <ac:picMkLst>
            <pc:docMk/>
            <pc:sldMk cId="0" sldId="263"/>
            <ac:picMk id="18" creationId="{BA090BED-DE0D-7D2F-DDB5-15F317C0F2FA}"/>
          </ac:picMkLst>
        </pc:picChg>
      </pc:sldChg>
      <pc:sldChg chg="delSp modSp mod">
        <pc:chgData name="Aretha Stronach" userId="5f712c70-6531-411d-a061-1d5b5f1aaf88" providerId="ADAL" clId="{8D604BE8-283E-4413-81D1-83AB3DA365EF}" dt="2026-07-06T11:03:43.559" v="44" actId="478"/>
        <pc:sldMkLst>
          <pc:docMk/>
          <pc:sldMk cId="0" sldId="265"/>
        </pc:sldMkLst>
        <pc:spChg chg="del mod">
          <ac:chgData name="Aretha Stronach" userId="5f712c70-6531-411d-a061-1d5b5f1aaf88" providerId="ADAL" clId="{8D604BE8-283E-4413-81D1-83AB3DA365EF}" dt="2026-07-06T11:03:43.559" v="44" actId="478"/>
          <ac:spMkLst>
            <pc:docMk/>
            <pc:sldMk cId="0" sldId="265"/>
            <ac:spMk id="2" creationId="{00000000-0000-0000-0000-000000000000}"/>
          </ac:spMkLst>
        </pc:spChg>
        <pc:spChg chg="del mod">
          <ac:chgData name="Aretha Stronach" userId="5f712c70-6531-411d-a061-1d5b5f1aaf88" providerId="ADAL" clId="{8D604BE8-283E-4413-81D1-83AB3DA365EF}" dt="2026-07-06T11:03:39.534" v="43" actId="478"/>
          <ac:spMkLst>
            <pc:docMk/>
            <pc:sldMk cId="0" sldId="265"/>
            <ac:spMk id="3" creationId="{00000000-0000-0000-0000-000000000000}"/>
          </ac:spMkLst>
        </pc:spChg>
      </pc:sldChg>
      <pc:sldChg chg="addSp delSp modSp add mod setBg">
        <pc:chgData name="Aretha Stronach" userId="5f712c70-6531-411d-a061-1d5b5f1aaf88" providerId="ADAL" clId="{8D604BE8-283E-4413-81D1-83AB3DA365EF}" dt="2026-07-06T13:07:05.668" v="124" actId="1076"/>
        <pc:sldMkLst>
          <pc:docMk/>
          <pc:sldMk cId="0" sldId="266"/>
        </pc:sldMkLst>
        <pc:spChg chg="mod">
          <ac:chgData name="Aretha Stronach" userId="5f712c70-6531-411d-a061-1d5b5f1aaf88" providerId="ADAL" clId="{8D604BE8-283E-4413-81D1-83AB3DA365EF}" dt="2026-07-06T13:07:05.668" v="124" actId="1076"/>
          <ac:spMkLst>
            <pc:docMk/>
            <pc:sldMk cId="0" sldId="266"/>
            <ac:spMk id="4" creationId="{00000000-0000-0000-0000-000000000000}"/>
          </ac:spMkLst>
        </pc:spChg>
        <pc:spChg chg="add del">
          <ac:chgData name="Aretha Stronach" userId="5f712c70-6531-411d-a061-1d5b5f1aaf88" providerId="ADAL" clId="{8D604BE8-283E-4413-81D1-83AB3DA365EF}" dt="2026-07-06T13:07:05.356" v="123" actId="478"/>
          <ac:spMkLst>
            <pc:docMk/>
            <pc:sldMk cId="0" sldId="266"/>
            <ac:spMk id="5" creationId="{00000000-0000-0000-0000-000000000000}"/>
          </ac:spMkLst>
        </pc:spChg>
        <pc:spChg chg="mod">
          <ac:chgData name="Aretha Stronach" userId="5f712c70-6531-411d-a061-1d5b5f1aaf88" providerId="ADAL" clId="{8D604BE8-283E-4413-81D1-83AB3DA365EF}" dt="2026-07-06T11:02:35.316" v="17" actId="20577"/>
          <ac:spMkLst>
            <pc:docMk/>
            <pc:sldMk cId="0" sldId="266"/>
            <ac:spMk id="7" creationId="{00000000-0000-0000-0000-000000000000}"/>
          </ac:spMkLst>
        </pc:spChg>
        <pc:spChg chg="mod">
          <ac:chgData name="Aretha Stronach" userId="5f712c70-6531-411d-a061-1d5b5f1aaf88" providerId="ADAL" clId="{8D604BE8-283E-4413-81D1-83AB3DA365EF}" dt="2026-07-06T11:02:25.877" v="4" actId="20577"/>
          <ac:spMkLst>
            <pc:docMk/>
            <pc:sldMk cId="0" sldId="266"/>
            <ac:spMk id="8" creationId="{00000000-0000-0000-0000-000000000000}"/>
          </ac:spMkLst>
        </pc:spChg>
        <pc:spChg chg="mod">
          <ac:chgData name="Aretha Stronach" userId="5f712c70-6531-411d-a061-1d5b5f1aaf88" providerId="ADAL" clId="{8D604BE8-283E-4413-81D1-83AB3DA365EF}" dt="2026-07-06T13:06:56.424" v="112" actId="1076"/>
          <ac:spMkLst>
            <pc:docMk/>
            <pc:sldMk cId="0" sldId="266"/>
            <ac:spMk id="12" creationId="{00000000-0000-0000-0000-000000000000}"/>
          </ac:spMkLst>
        </pc:spChg>
        <pc:spChg chg="mod">
          <ac:chgData name="Aretha Stronach" userId="5f712c70-6531-411d-a061-1d5b5f1aaf88" providerId="ADAL" clId="{8D604BE8-283E-4413-81D1-83AB3DA365EF}" dt="2026-07-06T11:04:07.071" v="53" actId="20577"/>
          <ac:spMkLst>
            <pc:docMk/>
            <pc:sldMk cId="0" sldId="266"/>
            <ac:spMk id="13" creationId="{00000000-0000-0000-0000-000000000000}"/>
          </ac:spMkLst>
        </pc:spChg>
        <pc:spChg chg="mod">
          <ac:chgData name="Aretha Stronach" userId="5f712c70-6531-411d-a061-1d5b5f1aaf88" providerId="ADAL" clId="{8D604BE8-283E-4413-81D1-83AB3DA365EF}" dt="2026-07-06T13:06:57.854" v="116" actId="1076"/>
          <ac:spMkLst>
            <pc:docMk/>
            <pc:sldMk cId="0" sldId="266"/>
            <ac:spMk id="14" creationId="{00000000-0000-0000-0000-000000000000}"/>
          </ac:spMkLst>
        </pc:spChg>
        <pc:spChg chg="mod">
          <ac:chgData name="Aretha Stronach" userId="5f712c70-6531-411d-a061-1d5b5f1aaf88" providerId="ADAL" clId="{8D604BE8-283E-4413-81D1-83AB3DA365EF}" dt="2026-07-06T13:06:59.979" v="120" actId="20577"/>
          <ac:spMkLst>
            <pc:docMk/>
            <pc:sldMk cId="0" sldId="266"/>
            <ac:spMk id="15" creationId="{00000000-0000-0000-0000-000000000000}"/>
          </ac:spMkLst>
        </pc:spChg>
        <pc:spChg chg="mod">
          <ac:chgData name="Aretha Stronach" userId="5f712c70-6531-411d-a061-1d5b5f1aaf88" providerId="ADAL" clId="{8D604BE8-283E-4413-81D1-83AB3DA365EF}" dt="2026-07-06T13:06:57.043" v="114" actId="14100"/>
          <ac:spMkLst>
            <pc:docMk/>
            <pc:sldMk cId="0" sldId="266"/>
            <ac:spMk id="16" creationId="{00000000-0000-0000-0000-000000000000}"/>
          </ac:spMkLst>
        </pc:spChg>
        <pc:spChg chg="mod">
          <ac:chgData name="Aretha Stronach" userId="5f712c70-6531-411d-a061-1d5b5f1aaf88" providerId="ADAL" clId="{8D604BE8-283E-4413-81D1-83AB3DA365EF}" dt="2026-07-06T13:06:55.180" v="111" actId="1076"/>
          <ac:spMkLst>
            <pc:docMk/>
            <pc:sldMk cId="0" sldId="266"/>
            <ac:spMk id="17" creationId="{00000000-0000-0000-0000-000000000000}"/>
          </ac:spMkLst>
        </pc:spChg>
        <pc:spChg chg="add mod">
          <ac:chgData name="Aretha Stronach" userId="5f712c70-6531-411d-a061-1d5b5f1aaf88" providerId="ADAL" clId="{8D604BE8-283E-4413-81D1-83AB3DA365EF}" dt="2026-07-06T13:06:54.302" v="109" actId="1076"/>
          <ac:spMkLst>
            <pc:docMk/>
            <pc:sldMk cId="0" sldId="266"/>
            <ac:spMk id="20" creationId="{2D416072-3D22-E9D1-F883-3421D6A8A810}"/>
          </ac:spMkLst>
        </pc:spChg>
        <pc:spChg chg="add mod">
          <ac:chgData name="Aretha Stronach" userId="5f712c70-6531-411d-a061-1d5b5f1aaf88" providerId="ADAL" clId="{8D604BE8-283E-4413-81D1-83AB3DA365EF}" dt="2026-07-06T13:06:54.302" v="109" actId="1076"/>
          <ac:spMkLst>
            <pc:docMk/>
            <pc:sldMk cId="0" sldId="266"/>
            <ac:spMk id="21" creationId="{FE02E677-3DFD-D7AE-6DE9-7532B1C43B26}"/>
          </ac:spMkLst>
        </pc:spChg>
      </pc:sldChg>
      <pc:sldMasterChg chg="addSp mod">
        <pc:chgData name="Aretha Stronach" userId="5f712c70-6531-411d-a061-1d5b5f1aaf88" providerId="ADAL" clId="{8D604BE8-283E-4413-81D1-83AB3DA365EF}" dt="2026-07-06T11:02:20.396" v="1" actId="33475"/>
        <pc:sldMasterMkLst>
          <pc:docMk/>
          <pc:sldMasterMk cId="0" sldId="2147483648"/>
        </pc:sldMasterMkLst>
        <pc:spChg chg="add">
          <ac:chgData name="Aretha Stronach" userId="5f712c70-6531-411d-a061-1d5b5f1aaf88" providerId="ADAL" clId="{8D604BE8-283E-4413-81D1-83AB3DA365EF}" dt="2026-07-06T11:02:20.396" v="1" actId="33475"/>
          <ac:spMkLst>
            <pc:docMk/>
            <pc:sldMasterMk cId="0" sldId="2147483648"/>
            <ac:spMk id="3" creationId="{3B4FB14C-C68B-84A7-B70D-420A4EE68990}"/>
          </ac:spMkLst>
        </pc:sp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Billing</c:v>
                </c:pt>
              </c:strCache>
            </c:strRef>
          </c:tx>
          <c:spPr>
            <a:solidFill>
              <a:srgbClr val="F2B705"/>
            </a:solidFill>
            <a:ln w="9525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44506A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Apr '26</c:v>
                </c:pt>
                <c:pt idx="1">
                  <c:v>May '26</c:v>
                </c:pt>
                <c:pt idx="2">
                  <c:v>June '26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9.4</c:v>
                </c:pt>
                <c:pt idx="1">
                  <c:v>7.55</c:v>
                </c:pt>
                <c:pt idx="2">
                  <c:v>9.77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D2E-4DC3-92EB-64A8F92A80A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9D0DD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4506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DEF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3A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Ordered</c:v>
                </c:pt>
              </c:strCache>
            </c:strRef>
          </c:tx>
          <c:spPr>
            <a:solidFill>
              <a:srgbClr val="AEB9CE"/>
            </a:solidFill>
            <a:ln w="9525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44506A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Lunch</c:v>
                </c:pt>
                <c:pt idx="1">
                  <c:v>Dinner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133</c:v>
                </c:pt>
                <c:pt idx="1">
                  <c:v>125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067-4990-8276-9ACE6558D17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F2B705"/>
            </a:solidFill>
            <a:ln w="9525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44506A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Lunch</c:v>
                </c:pt>
                <c:pt idx="1">
                  <c:v>Dinner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143</c:v>
                </c:pt>
                <c:pt idx="1">
                  <c:v>132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067-4990-8276-9ACE6558D17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9D0DD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4506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DEF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3A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May '26</c:v>
                </c:pt>
              </c:strCache>
            </c:strRef>
          </c:tx>
          <c:spPr>
            <a:solidFill>
              <a:srgbClr val="AEB9CE"/>
            </a:solidFill>
            <a:ln w="9525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44506A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Indian Bread</c:v>
                </c:pt>
                <c:pt idx="1">
                  <c:v>Veg Gravy</c:v>
                </c:pt>
                <c:pt idx="2">
                  <c:v>White Rice</c:v>
                </c:pt>
                <c:pt idx="3">
                  <c:v>Non-Veg Gravy/Biryani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0.25</c:v>
                </c:pt>
                <c:pt idx="1">
                  <c:v>0.43</c:v>
                </c:pt>
                <c:pt idx="2">
                  <c:v>0.64</c:v>
                </c:pt>
                <c:pt idx="3">
                  <c:v>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646-4AFC-A558-40A8A5C9723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June '26</c:v>
                </c:pt>
              </c:strCache>
            </c:strRef>
          </c:tx>
          <c:spPr>
            <a:solidFill>
              <a:srgbClr val="F2B705"/>
            </a:solidFill>
            <a:ln w="9525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44506A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Indian Bread</c:v>
                </c:pt>
                <c:pt idx="1">
                  <c:v>Veg Gravy</c:v>
                </c:pt>
                <c:pt idx="2">
                  <c:v>White Rice</c:v>
                </c:pt>
                <c:pt idx="3">
                  <c:v>Non-Veg Gravy/Biryani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0.19</c:v>
                </c:pt>
                <c:pt idx="1">
                  <c:v>0.33</c:v>
                </c:pt>
                <c:pt idx="2">
                  <c:v>0.67</c:v>
                </c:pt>
                <c:pt idx="3">
                  <c:v>0.44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646-4AFC-A558-40A8A5C9723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9D0DD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4506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DEF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3A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May '26</c:v>
                </c:pt>
              </c:strCache>
            </c:strRef>
          </c:tx>
          <c:spPr>
            <a:solidFill>
              <a:srgbClr val="AEB9CE"/>
            </a:solidFill>
            <a:ln w="9525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44506A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Indian Bread</c:v>
                </c:pt>
                <c:pt idx="1">
                  <c:v>Veg Gravy</c:v>
                </c:pt>
                <c:pt idx="2">
                  <c:v>White Rice</c:v>
                </c:pt>
                <c:pt idx="3">
                  <c:v>Non-Veg Gravy/Biryani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0.11</c:v>
                </c:pt>
                <c:pt idx="1">
                  <c:v>0.5</c:v>
                </c:pt>
                <c:pt idx="2">
                  <c:v>0.82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C9-4F10-A089-FCC7225C394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June '26</c:v>
                </c:pt>
              </c:strCache>
            </c:strRef>
          </c:tx>
          <c:spPr>
            <a:solidFill>
              <a:srgbClr val="F2B705"/>
            </a:solidFill>
            <a:ln w="9525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44506A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Indian Bread</c:v>
                </c:pt>
                <c:pt idx="1">
                  <c:v>Veg Gravy</c:v>
                </c:pt>
                <c:pt idx="2">
                  <c:v>White Rice</c:v>
                </c:pt>
                <c:pt idx="3">
                  <c:v>Non-Veg Gravy/Biryani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0.19</c:v>
                </c:pt>
                <c:pt idx="1">
                  <c:v>0.36</c:v>
                </c:pt>
                <c:pt idx="2">
                  <c:v>0.72</c:v>
                </c:pt>
                <c:pt idx="3">
                  <c:v>0.13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EC9-4F10-A089-FCC7225C394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9D0DD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4506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DEF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3A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 Star</c:v>
                </c:pt>
              </c:strCache>
            </c:strRef>
          </c:tx>
          <c:spPr>
            <a:solidFill>
              <a:srgbClr val="C0392B"/>
            </a:solidFill>
            <a:ln w="9525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44506A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Apr '26</c:v>
                </c:pt>
                <c:pt idx="1">
                  <c:v>May '26</c:v>
                </c:pt>
                <c:pt idx="2">
                  <c:v>June '26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66.7</c:v>
                </c:pt>
                <c:pt idx="1">
                  <c:v>5.9</c:v>
                </c:pt>
                <c:pt idx="2">
                  <c:v>9.1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062-4EF0-8687-317DF840964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 Star</c:v>
                </c:pt>
              </c:strCache>
            </c:strRef>
          </c:tx>
          <c:spPr>
            <a:solidFill>
              <a:srgbClr val="E67E22"/>
            </a:solidFill>
            <a:ln w="9525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44506A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Apr '26</c:v>
                </c:pt>
                <c:pt idx="1">
                  <c:v>May '26</c:v>
                </c:pt>
                <c:pt idx="2">
                  <c:v>June '26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16.7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062-4EF0-8687-317DF840964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 Star</c:v>
                </c:pt>
              </c:strCache>
            </c:strRef>
          </c:tx>
          <c:spPr>
            <a:solidFill>
              <a:srgbClr val="F2B705"/>
            </a:solidFill>
            <a:ln w="9525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44506A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Apr '26</c:v>
                </c:pt>
                <c:pt idx="1">
                  <c:v>May '26</c:v>
                </c:pt>
                <c:pt idx="2">
                  <c:v>June '26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9.1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062-4EF0-8687-317DF840964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4 Star</c:v>
                </c:pt>
              </c:strCache>
            </c:strRef>
          </c:tx>
          <c:spPr>
            <a:solidFill>
              <a:srgbClr val="AEB9CE"/>
            </a:solidFill>
            <a:ln w="9525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44506A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Apr '26</c:v>
                </c:pt>
                <c:pt idx="1">
                  <c:v>May '26</c:v>
                </c:pt>
                <c:pt idx="2">
                  <c:v>June '26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</c:v>
                </c:pt>
                <c:pt idx="1">
                  <c:v>17.600000000000001</c:v>
                </c:pt>
                <c:pt idx="2">
                  <c:v>36.4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062-4EF0-8687-317DF8409643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5 Star</c:v>
                </c:pt>
              </c:strCache>
            </c:strRef>
          </c:tx>
          <c:spPr>
            <a:solidFill>
              <a:srgbClr val="1E874B"/>
            </a:solidFill>
            <a:ln w="9525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44506A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Apr '26</c:v>
                </c:pt>
                <c:pt idx="1">
                  <c:v>May '26</c:v>
                </c:pt>
                <c:pt idx="2">
                  <c:v>June '26</c:v>
                </c:pt>
              </c:strCache>
            </c: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16.7</c:v>
                </c:pt>
                <c:pt idx="1">
                  <c:v>76.5</c:v>
                </c:pt>
                <c:pt idx="2">
                  <c:v>45.5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062-4EF0-8687-317DF840964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9D0DD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4506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DEF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3A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June '26</c:v>
                </c:pt>
              </c:strCache>
            </c:strRef>
          </c:tx>
          <c:spPr>
            <a:solidFill>
              <a:srgbClr val="F2B705"/>
            </a:solidFill>
            <a:ln w="9525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44506A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Food Safety</c:v>
                </c:pt>
                <c:pt idx="1">
                  <c:v>Occ. H&amp;S</c:v>
                </c:pt>
                <c:pt idx="2">
                  <c:v>Environment</c:v>
                </c:pt>
                <c:pt idx="3">
                  <c:v>Facilities</c:v>
                </c:pt>
                <c:pt idx="4">
                  <c:v>Total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78</c:v>
                </c:pt>
                <c:pt idx="1">
                  <c:v>86</c:v>
                </c:pt>
                <c:pt idx="2">
                  <c:v>88</c:v>
                </c:pt>
                <c:pt idx="3">
                  <c:v>73</c:v>
                </c:pt>
                <c:pt idx="4">
                  <c:v>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639-49D2-9591-240E2FD0742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9D0DD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4506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DEF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3A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8998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B4FB14C-C68B-84A7-B70D-420A4EE6899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913438" y="6657340"/>
            <a:ext cx="390525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9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chart" Target="../charts/char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863840" cy="6858000"/>
          </a:xfrm>
          <a:prstGeom prst="rect">
            <a:avLst/>
          </a:prstGeom>
          <a:solidFill>
            <a:srgbClr val="1B2A4E"/>
          </a:solidFill>
          <a:ln w="12700">
            <a:solidFill>
              <a:srgbClr val="1B2A4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083296" y="2276856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MBR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8229600" y="3657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Period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0" y="39136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kern="0" spc="500" dirty="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 •  </a:t>
            </a:r>
            <a:r>
              <a:rPr lang="en-US" sz="11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Clario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Business Review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548640" y="2743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Consumption &amp; Customer Feedback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3520440"/>
            <a:ext cx="1097280" cy="36576"/>
          </a:xfrm>
          <a:prstGeom prst="rect">
            <a:avLst/>
          </a:prstGeom>
          <a:solidFill>
            <a:srgbClr val="F4B400"/>
          </a:solidFill>
          <a:ln w="12700">
            <a:solidFill>
              <a:srgbClr val="F4B4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1051560" cy="411480"/>
          </a:xfrm>
          <a:prstGeom prst="roundRect">
            <a:avLst>
              <a:gd name="adj" fmla="val 13333"/>
            </a:avLst>
          </a:prstGeom>
          <a:solidFill>
            <a:srgbClr val="243657"/>
          </a:solidFill>
          <a:ln w="6350">
            <a:solidFill>
              <a:srgbClr val="F4B4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48640" y="393192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Wastage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828800" y="3931920"/>
            <a:ext cx="1655064" cy="411480"/>
          </a:xfrm>
          <a:prstGeom prst="roundRect">
            <a:avLst>
              <a:gd name="adj" fmla="val 13333"/>
            </a:avLst>
          </a:prstGeom>
          <a:solidFill>
            <a:srgbClr val="243657"/>
          </a:solidFill>
          <a:ln w="6350">
            <a:solidFill>
              <a:srgbClr val="F4B4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828800" y="3931920"/>
            <a:ext cx="1655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Ordered/Consumption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840480" y="3931920"/>
            <a:ext cx="2258568" cy="411480"/>
          </a:xfrm>
          <a:prstGeom prst="roundRect">
            <a:avLst>
              <a:gd name="adj" fmla="val 13333"/>
            </a:avLst>
          </a:prstGeom>
          <a:solidFill>
            <a:srgbClr val="243657"/>
          </a:solidFill>
          <a:ln w="6350">
            <a:solidFill>
              <a:srgbClr val="F4B4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840480" y="3931920"/>
            <a:ext cx="2258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Feedback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5943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400" dirty="0">
                <a:solidFill>
                  <a:srgbClr val="9CA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61996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SMARTQ  •  F&amp;B 360°</a:t>
            </a:r>
            <a:endParaRPr lang="en-US" sz="17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8A35679-E6EC-F47B-970F-77434B8F1F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0788" y="91849"/>
            <a:ext cx="1238423" cy="21910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3570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Billing &amp; Consumption Overview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– June 2026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09728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4F6FA"/>
          </a:solidFill>
          <a:ln w="12700">
            <a:solidFill>
              <a:srgbClr val="E2E6EE"/>
            </a:solidFill>
            <a:prstDash val="solid"/>
          </a:ln>
          <a:effectLst>
            <a:outerShdw blurRad="1016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02920" y="1097280"/>
            <a:ext cx="54864" cy="1371600"/>
          </a:xfrm>
          <a:prstGeom prst="rect">
            <a:avLst/>
          </a:prstGeom>
          <a:solidFill>
            <a:srgbClr val="F2B70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58952" y="1225296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BILLING · JUNE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0664" y="1444752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₹9.77L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758952" y="215798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8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29.5%</a:t>
            </a: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vs May (₹7.55L)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578608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4F6FA"/>
          </a:solidFill>
          <a:ln w="12700">
            <a:solidFill>
              <a:srgbClr val="E2E6EE"/>
            </a:solidFill>
            <a:prstDash val="solid"/>
          </a:ln>
          <a:effectLst>
            <a:outerShdw blurRad="1016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502920" y="2578608"/>
            <a:ext cx="54864" cy="1371600"/>
          </a:xfrm>
          <a:prstGeom prst="rect">
            <a:avLst/>
          </a:prstGeom>
          <a:solidFill>
            <a:srgbClr val="F2B70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58952" y="2706624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DAILY ORDERS · JUNE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0664" y="2926080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133 / 125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758952" y="363931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Lunch / Dinner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83280" y="960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Billing trend (₹ lakhs)</a:t>
            </a:r>
            <a:endParaRPr lang="en-US" sz="13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3383280" y="1280160"/>
          <a:ext cx="393192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Text 15"/>
          <p:cNvSpPr/>
          <p:nvPr/>
        </p:nvSpPr>
        <p:spPr>
          <a:xfrm>
            <a:off x="7589520" y="960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Avg daily orders vs actual consumption — June</a:t>
            </a:r>
            <a:endParaRPr lang="en-US" sz="1300" dirty="0"/>
          </a:p>
        </p:txBody>
      </p:sp>
      <p:graphicFrame>
        <p:nvGraphicFramePr>
          <p:cNvPr id="19" name="Chart 1"/>
          <p:cNvGraphicFramePr/>
          <p:nvPr/>
        </p:nvGraphicFramePr>
        <p:xfrm>
          <a:off x="7589520" y="1280160"/>
          <a:ext cx="411480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0" name="Shape 16"/>
          <p:cNvSpPr/>
          <p:nvPr/>
        </p:nvSpPr>
        <p:spPr>
          <a:xfrm>
            <a:off x="502920" y="4069080"/>
            <a:ext cx="11185855" cy="1965960"/>
          </a:xfrm>
          <a:prstGeom prst="roundRect">
            <a:avLst>
              <a:gd name="adj" fmla="val 2791"/>
            </a:avLst>
          </a:prstGeom>
          <a:solidFill>
            <a:srgbClr val="F4F6FA"/>
          </a:solidFill>
          <a:ln w="9525">
            <a:solidFill>
              <a:srgbClr val="E2E6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7"/>
          <p:cNvSpPr/>
          <p:nvPr/>
        </p:nvSpPr>
        <p:spPr>
          <a:xfrm>
            <a:off x="502920" y="4069080"/>
            <a:ext cx="54864" cy="1965960"/>
          </a:xfrm>
          <a:prstGeom prst="rect">
            <a:avLst/>
          </a:prstGeom>
          <a:solidFill>
            <a:srgbClr val="F2B70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8"/>
          <p:cNvSpPr/>
          <p:nvPr/>
        </p:nvSpPr>
        <p:spPr>
          <a:xfrm>
            <a:off x="777240" y="4206240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2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777240" y="4526280"/>
            <a:ext cx="1063721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billing rose 29.5% to ₹9.77L in June from ₹7.55L in May — the strongest month in the Apr–June window, ahead of even April's ₹9.4L.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consumption outpaced orders in both sessions this June — Lunch ran 133 ordered vs 143 consumed (+7.5%), Dinner 125 vs 132 (+5.6%) — consistent with the strong vegetarian fulfillment trend seen below.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Vegetarian meals are consistently under-forecast: daily fulfillment (actual ÷ ordered) hit as high as 127% for Lunch and 123% for Dinner this month, while non-vegetarian meals stayed accurately planned at ~100% throughout.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502920" y="65105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Clario  ·  MBR June 2026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11460175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806C68D-62E7-5523-6A38-7966B1DFF3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10788" y="91849"/>
            <a:ext cx="1238423" cy="21910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3570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Placed vs Actual Consumption — Day-wise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 ·  Monday – Thursday (no Friday service)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43000"/>
          <a:ext cx="10232136" cy="228600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8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89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89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89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5895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5895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5895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5895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 Ord.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 Act.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Tue Ord.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Tue Act.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Tue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Wed Ord.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Wed Act.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Wed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Thu Ord.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Thu Act.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Thu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Lunch — Veg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Lunch — Non-Veg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Dinner — Veg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Dinner — Non-Veg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3383280"/>
            <a:ext cx="11185855" cy="2651760"/>
          </a:xfrm>
          <a:prstGeom prst="roundRect">
            <a:avLst>
              <a:gd name="adj" fmla="val 2069"/>
            </a:avLst>
          </a:prstGeom>
          <a:solidFill>
            <a:srgbClr val="F4F6FA"/>
          </a:solidFill>
          <a:ln w="9525">
            <a:solidFill>
              <a:srgbClr val="E2E6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502920" y="3383280"/>
            <a:ext cx="54864" cy="2651760"/>
          </a:xfrm>
          <a:prstGeom prst="rect">
            <a:avLst/>
          </a:prstGeom>
          <a:solidFill>
            <a:srgbClr val="F2B70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77240" y="3520440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2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77240" y="3840480"/>
            <a:ext cx="1063721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Vegetarian Lunch consistently ran above plan all four days (113%–127%), peaking Wednesday at 127% (48 ordered vs 61 consumed) — the clearest, most persistent under-forecast in the month.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Vegetarian Dinner followed the same pattern, from 102% (Tuesday) to 123% (Monday) — every single day saw more veg meals consumed than ordered.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Non-Vegetarian Lunch and Dinner both tracked plan almost exactly (97%–100%) across all four days, confirming demand forecasting is accurate and stable for non-veg — the gap is isolated to vegetarian planning.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Friday service was recorded this month; all figures reflect a Monday–Thursday operating week.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02920" y="65105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Clario  ·  MBR June 2026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1460175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6F184C2-AF74-66D3-3147-F9FD80D382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0788" y="91849"/>
            <a:ext cx="1238423" cy="21910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3570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Bain-Marie Wastage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items — May vs June 2026  ·  Average wastage across all sessions: 2.9 kg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Lunch — wastage by item (kg)</a:t>
            </a:r>
            <a:endParaRPr lang="en-US" sz="13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02920" y="1280160"/>
          <a:ext cx="539496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6400800" y="9601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Dinner — wastage by item (kg)</a:t>
            </a:r>
            <a:endParaRPr lang="en-US" sz="1300" dirty="0"/>
          </a:p>
        </p:txBody>
      </p:sp>
      <p:graphicFrame>
        <p:nvGraphicFramePr>
          <p:cNvPr id="9" name="Chart 1"/>
          <p:cNvGraphicFramePr/>
          <p:nvPr/>
        </p:nvGraphicFramePr>
        <p:xfrm>
          <a:off x="6400800" y="1280160"/>
          <a:ext cx="539496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Shape 6"/>
          <p:cNvSpPr/>
          <p:nvPr/>
        </p:nvSpPr>
        <p:spPr>
          <a:xfrm>
            <a:off x="502920" y="3977640"/>
            <a:ext cx="11185855" cy="2057400"/>
          </a:xfrm>
          <a:prstGeom prst="roundRect">
            <a:avLst>
              <a:gd name="adj" fmla="val 2667"/>
            </a:avLst>
          </a:prstGeom>
          <a:solidFill>
            <a:srgbClr val="F4F6FA"/>
          </a:solidFill>
          <a:ln w="9525">
            <a:solidFill>
              <a:srgbClr val="E2E6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7"/>
          <p:cNvSpPr/>
          <p:nvPr/>
        </p:nvSpPr>
        <p:spPr>
          <a:xfrm>
            <a:off x="502920" y="3977640"/>
            <a:ext cx="54864" cy="2057400"/>
          </a:xfrm>
          <a:prstGeom prst="rect">
            <a:avLst/>
          </a:prstGeom>
          <a:solidFill>
            <a:srgbClr val="F2B70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777240" y="4114800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2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777240" y="4434840"/>
            <a:ext cx="1063721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Non-Veg Gravy/Biryani wastage rose in both sessions — Lunch from 0.25 kg to 0.44 kg and Dinner from near-zero to 0.13 kg — the clearest area to tighten portioning this month.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Bread improved at Lunch (0.25 → 0.19 kg) but rose at Dinner (0.11 → 0.19 kg) — a mixed result rather than the across-the-board improvement noted in the original report; Dinner bread planning needs a closer look.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Rice moved in opposite directions by session — Lunch wastage edged up (0.64 → 0.67 kg) while Dinner improved (0.82 → 0.72 kg) — both sessions are within a stable, low range.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502920" y="65105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Clario  ·  MBR June 2026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11460175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000637F-1613-AD17-572C-7A2E913A05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10788" y="91849"/>
            <a:ext cx="1238423" cy="21910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3570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of Customer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rating distribution — April to June 2026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09728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4F6FA"/>
          </a:solidFill>
          <a:ln w="12700">
            <a:solidFill>
              <a:srgbClr val="E2E6EE"/>
            </a:solidFill>
            <a:prstDash val="solid"/>
          </a:ln>
          <a:effectLst>
            <a:outerShdw blurRad="1016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02920" y="1097280"/>
            <a:ext cx="54864" cy="1371600"/>
          </a:xfrm>
          <a:prstGeom prst="rect">
            <a:avLst/>
          </a:prstGeom>
          <a:solidFill>
            <a:srgbClr val="F2B70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58952" y="1225296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5-STAR · JUNE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0664" y="1444752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758952" y="215798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from 76%</a:t>
            </a: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May was a peak month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578608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4F6FA"/>
          </a:solidFill>
          <a:ln w="12700">
            <a:solidFill>
              <a:srgbClr val="E2E6EE"/>
            </a:solidFill>
            <a:prstDash val="solid"/>
          </a:ln>
          <a:effectLst>
            <a:outerShdw blurRad="1016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502920" y="2578608"/>
            <a:ext cx="54864" cy="1371600"/>
          </a:xfrm>
          <a:prstGeom prst="rect">
            <a:avLst/>
          </a:prstGeom>
          <a:solidFill>
            <a:srgbClr val="F2B70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58952" y="2706624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1★ &amp; 3★ COMBINED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0664" y="2926080"/>
            <a:ext cx="2148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758952" y="363931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from 6%</a:t>
            </a: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vs May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83280" y="9601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Rating distribution by month</a:t>
            </a:r>
            <a:endParaRPr lang="en-US" sz="13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3383280" y="1280160"/>
          <a:ext cx="832104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Shape 15"/>
          <p:cNvSpPr/>
          <p:nvPr/>
        </p:nvSpPr>
        <p:spPr>
          <a:xfrm>
            <a:off x="502920" y="4069080"/>
            <a:ext cx="11185855" cy="1965960"/>
          </a:xfrm>
          <a:prstGeom prst="roundRect">
            <a:avLst>
              <a:gd name="adj" fmla="val 2791"/>
            </a:avLst>
          </a:prstGeom>
          <a:solidFill>
            <a:srgbClr val="F4F6FA"/>
          </a:solidFill>
          <a:ln w="9525">
            <a:solidFill>
              <a:srgbClr val="E2E6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502920" y="4069080"/>
            <a:ext cx="54864" cy="1965960"/>
          </a:xfrm>
          <a:prstGeom prst="rect">
            <a:avLst/>
          </a:prstGeom>
          <a:solidFill>
            <a:srgbClr val="F2B70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777240" y="4206240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2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777240" y="4526280"/>
            <a:ext cx="1063721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5-star ratings eased to 45% in June from a strong 76% in May, while 4-star grew to 36% — overall sentiment stayed positive, with 82% of feedback at 4 or 5 stars.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1★ and 3★ feedback rose to 18% in June from just 6% in May, reversing part of May's gain — worth a closer look at the specific comments behind this month's lower scores.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April's very small, heavily 1-star sample (67%) has fully recovered by May and June, confirming the underlying trend is a strong recovery with a modest June pullback rather than a sustained decline.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502920" y="65105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Clario  ·  MBR June 2026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11460175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3723AE4-E28A-F5C3-093D-4A880350D6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0788" y="91849"/>
            <a:ext cx="1238423" cy="21910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3570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Pop-Up Highlights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097280"/>
          <a:ext cx="10149840" cy="13716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Meal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09-Jun-26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Tuesday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Corporate Cafe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Pop-Up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Veg &amp; Chicken Momos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30-Jun-26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Tuesday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Pop-Up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Potato Twister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Shape 4"/>
          <p:cNvSpPr/>
          <p:nvPr/>
        </p:nvSpPr>
        <p:spPr>
          <a:xfrm>
            <a:off x="475488" y="2715768"/>
            <a:ext cx="1782013" cy="2340864"/>
          </a:xfrm>
          <a:prstGeom prst="roundRect">
            <a:avLst>
              <a:gd name="adj" fmla="val 2566"/>
            </a:avLst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blurRad="1016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8" name="Image 0" descr="assets/popup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2743200"/>
            <a:ext cx="1727149" cy="22860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367229" y="2715768"/>
            <a:ext cx="1782013" cy="2340864"/>
          </a:xfrm>
          <a:prstGeom prst="roundRect">
            <a:avLst>
              <a:gd name="adj" fmla="val 2566"/>
            </a:avLst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blurRad="1016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1" descr="assets/popup2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394661" y="2743200"/>
            <a:ext cx="1727149" cy="22860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4258970" y="2715768"/>
            <a:ext cx="1782013" cy="2340864"/>
          </a:xfrm>
          <a:prstGeom prst="roundRect">
            <a:avLst>
              <a:gd name="adj" fmla="val 2566"/>
            </a:avLst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blurRad="1016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2" name="Image 2" descr="assets/popup3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286402" y="2743200"/>
            <a:ext cx="1727149" cy="228600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6150712" y="2715768"/>
            <a:ext cx="1782013" cy="2340864"/>
          </a:xfrm>
          <a:prstGeom prst="roundRect">
            <a:avLst>
              <a:gd name="adj" fmla="val 2566"/>
            </a:avLst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blurRad="1016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4" name="Image 3" descr="assets/popup4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178144" y="2743200"/>
            <a:ext cx="1727149" cy="2286000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8042453" y="2715768"/>
            <a:ext cx="1782013" cy="2340864"/>
          </a:xfrm>
          <a:prstGeom prst="roundRect">
            <a:avLst>
              <a:gd name="adj" fmla="val 2566"/>
            </a:avLst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blurRad="1016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4" descr="assets/popup5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069885" y="2743200"/>
            <a:ext cx="1727149" cy="2286000"/>
          </a:xfrm>
          <a:prstGeom prst="rect">
            <a:avLst/>
          </a:prstGeom>
        </p:spPr>
      </p:pic>
      <p:sp>
        <p:nvSpPr>
          <p:cNvPr id="17" name="Shape 9"/>
          <p:cNvSpPr/>
          <p:nvPr/>
        </p:nvSpPr>
        <p:spPr>
          <a:xfrm>
            <a:off x="9934194" y="2715768"/>
            <a:ext cx="1782013" cy="2340864"/>
          </a:xfrm>
          <a:prstGeom prst="roundRect">
            <a:avLst>
              <a:gd name="adj" fmla="val 2566"/>
            </a:avLst>
          </a:prstGeom>
          <a:solidFill>
            <a:srgbClr val="FFFFFF"/>
          </a:solidFill>
          <a:ln w="12700">
            <a:solidFill>
              <a:srgbClr val="E2E6EE"/>
            </a:solidFill>
            <a:prstDash val="solid"/>
          </a:ln>
          <a:effectLst>
            <a:outerShdw blurRad="1016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8" name="Image 5" descr="assets/popup6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961626" y="2743200"/>
            <a:ext cx="1727149" cy="228600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502920" y="51663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Glimpses from this month's pop-up events</a:t>
            </a:r>
            <a:endParaRPr lang="en-US" sz="1100" dirty="0"/>
          </a:p>
        </p:txBody>
      </p:sp>
      <p:sp>
        <p:nvSpPr>
          <p:cNvPr id="20" name="Text 11"/>
          <p:cNvSpPr/>
          <p:nvPr/>
        </p:nvSpPr>
        <p:spPr>
          <a:xfrm>
            <a:off x="502920" y="65105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Clario  ·  MBR June 2026</a:t>
            </a:r>
            <a:endParaRPr lang="en-US" sz="850" dirty="0"/>
          </a:p>
        </p:txBody>
      </p:sp>
      <p:sp>
        <p:nvSpPr>
          <p:cNvPr id="21" name="Text 12"/>
          <p:cNvSpPr/>
          <p:nvPr/>
        </p:nvSpPr>
        <p:spPr>
          <a:xfrm>
            <a:off x="11460175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539E628-2F9C-1CA4-8511-485C9174770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10788" y="91849"/>
            <a:ext cx="1238423" cy="21910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3570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Hits &amp; Misses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5410048" cy="2743200"/>
          </a:xfrm>
          <a:prstGeom prst="roundRect">
            <a:avLst>
              <a:gd name="adj" fmla="val 2667"/>
            </a:avLst>
          </a:prstGeom>
          <a:solidFill>
            <a:srgbClr val="F2F8F2"/>
          </a:solidFill>
          <a:ln w="12700">
            <a:solidFill>
              <a:srgbClr val="CBE3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77240" y="1353312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1E87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1719072"/>
            <a:ext cx="486140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pop-ups this month — Veg &amp; Chicken Momos and Potato Twisters — were well received.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food, swab, and equipment lab tests continue to ensure quality and safety standards.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enhancements introduced improved combinations for a better customer experience.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audits and re-audits are conducted regularly to maintain consistent quality standards.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78728" y="1188720"/>
            <a:ext cx="5410048" cy="2743200"/>
          </a:xfrm>
          <a:prstGeom prst="roundRect">
            <a:avLst>
              <a:gd name="adj" fmla="val 2667"/>
            </a:avLst>
          </a:prstGeom>
          <a:solidFill>
            <a:srgbClr val="FBF3F2"/>
          </a:solidFill>
          <a:ln w="12700">
            <a:solidFill>
              <a:srgbClr val="ECCFC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553048" y="1353312"/>
            <a:ext cx="486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53048" y="1719072"/>
            <a:ext cx="486140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misses recorded this period.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4206240"/>
            <a:ext cx="11185855" cy="1920240"/>
          </a:xfrm>
          <a:prstGeom prst="roundRect">
            <a:avLst>
              <a:gd name="adj" fmla="val 3810"/>
            </a:avLst>
          </a:prstGeom>
          <a:solidFill>
            <a:srgbClr val="F4F6FA"/>
          </a:solidFill>
          <a:ln w="9525">
            <a:solidFill>
              <a:srgbClr val="E2E6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02920" y="4206240"/>
            <a:ext cx="54864" cy="1920240"/>
          </a:xfrm>
          <a:prstGeom prst="rect">
            <a:avLst/>
          </a:prstGeom>
          <a:solidFill>
            <a:srgbClr val="F2B70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77240" y="4334256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2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FOCUS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77240" y="4645152"/>
            <a:ext cx="106372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collaboration continues, with feedback shared regularly to optimize product quality.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02920" y="65105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Clario  ·  MBR June 2026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460175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B1363FB-515C-7F9C-19DC-3415734C17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0788" y="91849"/>
            <a:ext cx="1238423" cy="21910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3570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HSEQ &amp; Vendor Performance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Site audit score by section — June '26</a:t>
            </a:r>
            <a:endParaRPr lang="en-US" sz="13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02920" y="1280160"/>
          <a:ext cx="576072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6858000" y="1280160"/>
            <a:ext cx="4830775" cy="2651760"/>
          </a:xfrm>
          <a:prstGeom prst="roundRect">
            <a:avLst>
              <a:gd name="adj" fmla="val 2759"/>
            </a:avLst>
          </a:prstGeom>
          <a:solidFill>
            <a:srgbClr val="F4F6FA"/>
          </a:solidFill>
          <a:ln w="9525">
            <a:solidFill>
              <a:srgbClr val="E2E6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6858000" y="1280160"/>
            <a:ext cx="54864" cy="2651760"/>
          </a:xfrm>
          <a:prstGeom prst="rect">
            <a:avLst/>
          </a:prstGeom>
          <a:solidFill>
            <a:srgbClr val="F2B70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7132320" y="1417320"/>
            <a:ext cx="45564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2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TOPICS — JUNE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132320" y="1737360"/>
            <a:ext cx="455645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vegetables handling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hygiene and grooming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Jewelry policy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PPE usage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Slips, trips and work safety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02920" y="4160520"/>
            <a:ext cx="11185855" cy="1874520"/>
          </a:xfrm>
          <a:prstGeom prst="roundRect">
            <a:avLst>
              <a:gd name="adj" fmla="val 2927"/>
            </a:avLst>
          </a:prstGeom>
          <a:solidFill>
            <a:srgbClr val="F4F6FA"/>
          </a:solidFill>
          <a:ln w="9525">
            <a:solidFill>
              <a:srgbClr val="E2E6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502920" y="4160520"/>
            <a:ext cx="54864" cy="1874520"/>
          </a:xfrm>
          <a:prstGeom prst="rect">
            <a:avLst/>
          </a:prstGeom>
          <a:solidFill>
            <a:srgbClr val="F2B70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777240" y="4297680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2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77240" y="4617720"/>
            <a:ext cx="1063721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vendor audit score came in at 81% for June, led by Environment Safety (88%) and Occupational Health &amp; Safety (86%).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Facilities is the lowest-scoring section at 73% and the clearest opportunity area — this ties in with this month's PPE and safety-focused training topics.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site &amp; vendor audit runs quarterly; the next audit is scheduled for July 2026.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02920" y="65105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Clario  ·  MBR June 2026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1460175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A090BED-DE0D-7D2F-DDB5-15F317C0F2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0788" y="91849"/>
            <a:ext cx="1238423" cy="21910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3570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Incident Summary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Trailing 15 months  ·  April 2025 – June 2026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0271455" y="320040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271455" y="32004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</a:t>
            </a: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3291840" cy="1554480"/>
          </a:xfrm>
          <a:prstGeom prst="roundRect">
            <a:avLst>
              <a:gd name="adj" fmla="val 4706"/>
            </a:avLst>
          </a:prstGeom>
          <a:solidFill>
            <a:srgbClr val="F4F6FA"/>
          </a:solidFill>
          <a:ln w="12700">
            <a:solidFill>
              <a:srgbClr val="E2E6EE"/>
            </a:solidFill>
            <a:prstDash val="solid"/>
          </a:ln>
          <a:effectLst>
            <a:outerShdw blurRad="1016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02920" y="1188720"/>
            <a:ext cx="54864" cy="1554480"/>
          </a:xfrm>
          <a:prstGeom prst="rect">
            <a:avLst/>
          </a:prstGeom>
          <a:solidFill>
            <a:srgbClr val="F2B70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58952" y="131673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0664" y="1536192"/>
            <a:ext cx="2834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758952" y="243230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15 months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880360"/>
            <a:ext cx="3291840" cy="1554480"/>
          </a:xfrm>
          <a:prstGeom prst="roundRect">
            <a:avLst>
              <a:gd name="adj" fmla="val 4706"/>
            </a:avLst>
          </a:prstGeom>
          <a:solidFill>
            <a:srgbClr val="F4F6FA"/>
          </a:solidFill>
          <a:ln w="12700">
            <a:solidFill>
              <a:srgbClr val="E2E6EE"/>
            </a:solidFill>
            <a:prstDash val="solid"/>
          </a:ln>
          <a:effectLst>
            <a:outerShdw blurRad="101600" dist="25400" dir="5400000" algn="bl" rotWithShape="0">
              <a:srgbClr val="1B2A4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502920" y="2880360"/>
            <a:ext cx="54864" cy="1554480"/>
          </a:xfrm>
          <a:prstGeom prst="rect">
            <a:avLst/>
          </a:prstGeom>
          <a:solidFill>
            <a:srgbClr val="F2B70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58952" y="300837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0664" y="3227832"/>
            <a:ext cx="2834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758952" y="412394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8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incidents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1188720"/>
            <a:ext cx="7116775" cy="3246120"/>
          </a:xfrm>
          <a:prstGeom prst="roundRect">
            <a:avLst>
              <a:gd name="adj" fmla="val 2254"/>
            </a:avLst>
          </a:prstGeom>
          <a:solidFill>
            <a:srgbClr val="F4F6FA"/>
          </a:solidFill>
          <a:ln w="9525">
            <a:solidFill>
              <a:srgbClr val="E2E6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572000" y="1188720"/>
            <a:ext cx="54864" cy="3246120"/>
          </a:xfrm>
          <a:prstGeom prst="rect">
            <a:avLst/>
          </a:prstGeom>
          <a:solidFill>
            <a:srgbClr val="F2B70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846320" y="1353312"/>
            <a:ext cx="68424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2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LOG</a:t>
            </a:r>
            <a:endParaRPr lang="en-US" sz="10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691640"/>
          <a:ext cx="6309360" cy="123444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June 2025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April 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 Object (FO)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4846320" y="3063240"/>
            <a:ext cx="65681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incidents were recorded in any other month across the 15-month window, including June 2026.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02920" y="4663440"/>
            <a:ext cx="11185855" cy="13716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 w="9525">
            <a:solidFill>
              <a:srgbClr val="E2E6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502920" y="4663440"/>
            <a:ext cx="54864" cy="1371600"/>
          </a:xfrm>
          <a:prstGeom prst="rect">
            <a:avLst/>
          </a:prstGeom>
          <a:solidFill>
            <a:srgbClr val="F2B70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777240" y="4800600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2A3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777240" y="5120640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two incidents have been logged across the trailing 15 months — one insect-related (June 2025) and one foreign-object incident (April 2026) — both isolated, one-off events with no repeat occurrences.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502920" y="65105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Clario  ·  MBR June 2026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11460175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468880" y="28346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72f14c-d40a-4996-84a9-078c3b8640e0}" enabled="1" method="Standard" siteId="{cd62b7dd-4b48-44bd-90e7-e143a22c8ea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1144</Words>
  <Application>Microsoft Office PowerPoint</Application>
  <PresentationFormat>Widescreen</PresentationFormat>
  <Paragraphs>212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Clario MBR June 2026</dc:title>
  <dc:subject>PptxGenJS Presentation</dc:subject>
  <dc:creator>PptxGenJS</dc:creator>
  <cp:lastModifiedBy>Aretha Stronach</cp:lastModifiedBy>
  <cp:revision>1</cp:revision>
  <dcterms:created xsi:type="dcterms:W3CDTF">2026-07-05T13:39:29Z</dcterms:created>
  <dcterms:modified xsi:type="dcterms:W3CDTF">2026-07-06T13:07:06Z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Theme:3</vt:lpwstr>
  </property>
  <property fmtid="{D5CDD505-2E9C-101B-9397-08002B2CF9AE}" pid="3" name="ClassificationContentMarkingFooterText">
    <vt:lpwstr>Internal</vt:lpwstr>
  </property>
</Properties>
</file>